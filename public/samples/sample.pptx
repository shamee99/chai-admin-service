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scene3d>
              <a:camera prst="orthographicFront"/>
              <a:lightRig rig="threePt" dir="t"/>
            </a:scene3d>
          </a:bodyPr>
          <a:p>
            <a:r>
              <a:rPr lang="en-US" altLang="zh-CN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123123123</a:t>
            </a:r>
            <a:endParaRPr lang="en-US" altLang="zh-CN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en-US" altLang="zh-CN"/>
              <a:t>222222</a:t>
            </a:r>
            <a:endParaRPr lang="en-US" alt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2222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33333</a:t>
            </a:r>
            <a:endParaRPr lang="en-US" altLang="zh-C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</Words>
  <Application>WPS 演示</Application>
  <PresentationFormat>宽屏</PresentationFormat>
  <Paragraphs>8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9" baseType="lpstr">
      <vt:lpstr>Arial</vt:lpstr>
      <vt:lpstr>宋体</vt:lpstr>
      <vt:lpstr>Wingdings</vt:lpstr>
      <vt:lpstr>Arial Unicode MS</vt:lpstr>
      <vt:lpstr>Calibri</vt:lpstr>
      <vt:lpstr>微软雅黑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79304</cp:lastModifiedBy>
  <cp:revision>3</cp:revision>
  <dcterms:created xsi:type="dcterms:W3CDTF">2023-08-09T12:44:00Z</dcterms:created>
  <dcterms:modified xsi:type="dcterms:W3CDTF">2025-07-24T14:54:03Z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C8AC8288C2784349AEA8283C9DE83C4E_12</vt:lpwstr>
  </property>
</Properties>
</file>